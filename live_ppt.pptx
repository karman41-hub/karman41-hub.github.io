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E96322A-68FF-4EA9-A5EF-6E24DE14BD3E}" v="9" dt="2026-05-25T16:16:38.3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53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thik Manu" userId="fae3e3e5-a375-4065-b1a2-f3a0ff42a5d3" providerId="ADAL" clId="{C0DBF570-7C0D-4586-8DFC-39E05195ECFC}"/>
    <pc:docChg chg="undo redo custSel modSld">
      <pc:chgData name="Karthik Manu" userId="fae3e3e5-a375-4065-b1a2-f3a0ff42a5d3" providerId="ADAL" clId="{C0DBF570-7C0D-4586-8DFC-39E05195ECFC}" dt="2026-05-25T16:21:39.730" v="736" actId="115"/>
      <pc:docMkLst>
        <pc:docMk/>
      </pc:docMkLst>
      <pc:sldChg chg="addSp delSp modSp mod">
        <pc:chgData name="Karthik Manu" userId="fae3e3e5-a375-4065-b1a2-f3a0ff42a5d3" providerId="ADAL" clId="{C0DBF570-7C0D-4586-8DFC-39E05195ECFC}" dt="2026-05-25T15:56:12.695" v="236" actId="14100"/>
        <pc:sldMkLst>
          <pc:docMk/>
          <pc:sldMk cId="0" sldId="256"/>
        </pc:sldMkLst>
        <pc:spChg chg="mod">
          <ac:chgData name="Karthik Manu" userId="fae3e3e5-a375-4065-b1a2-f3a0ff42a5d3" providerId="ADAL" clId="{C0DBF570-7C0D-4586-8DFC-39E05195ECFC}" dt="2026-05-25T15:49:21.149" v="181" actId="114"/>
          <ac:spMkLst>
            <pc:docMk/>
            <pc:sldMk cId="0" sldId="256"/>
            <ac:spMk id="3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48:57.648" v="174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1:27.215" v="198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4:10.552" v="220" actId="14100"/>
          <ac:spMkLst>
            <pc:docMk/>
            <pc:sldMk cId="0" sldId="256"/>
            <ac:spMk id="6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2:00.499" v="202" actId="14100"/>
          <ac:spMkLst>
            <pc:docMk/>
            <pc:sldMk cId="0" sldId="256"/>
            <ac:spMk id="8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3:07.473" v="210" actId="14100"/>
          <ac:spMkLst>
            <pc:docMk/>
            <pc:sldMk cId="0" sldId="256"/>
            <ac:spMk id="9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3:12.062" v="211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3:27.408" v="213" actId="14100"/>
          <ac:spMkLst>
            <pc:docMk/>
            <pc:sldMk cId="0" sldId="256"/>
            <ac:spMk id="11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2:12.056" v="203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3:32.150" v="214" actId="1076"/>
          <ac:spMkLst>
            <pc:docMk/>
            <pc:sldMk cId="0" sldId="256"/>
            <ac:spMk id="14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3:36.916" v="215" actId="1076"/>
          <ac:spMkLst>
            <pc:docMk/>
            <pc:sldMk cId="0" sldId="256"/>
            <ac:spMk id="15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5:51.460" v="234" actId="207"/>
          <ac:spMkLst>
            <pc:docMk/>
            <pc:sldMk cId="0" sldId="256"/>
            <ac:spMk id="16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1:40.994" v="199" actId="1076"/>
          <ac:spMkLst>
            <pc:docMk/>
            <pc:sldMk cId="0" sldId="256"/>
            <ac:spMk id="18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4:30.524" v="223" actId="14100"/>
          <ac:spMkLst>
            <pc:docMk/>
            <pc:sldMk cId="0" sldId="256"/>
            <ac:spMk id="19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4:34.805" v="224" actId="107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6:01.001" v="235" actId="207"/>
          <ac:spMkLst>
            <pc:docMk/>
            <pc:sldMk cId="0" sldId="256"/>
            <ac:spMk id="21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23:58.367" v="88" actId="1076"/>
          <ac:spMkLst>
            <pc:docMk/>
            <pc:sldMk cId="0" sldId="256"/>
            <ac:spMk id="23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5:03.667" v="229" actId="14100"/>
          <ac:spMkLst>
            <pc:docMk/>
            <pc:sldMk cId="0" sldId="256"/>
            <ac:spMk id="24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5:07.475" v="230" actId="1076"/>
          <ac:spMkLst>
            <pc:docMk/>
            <pc:sldMk cId="0" sldId="256"/>
            <ac:spMk id="25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5:44.194" v="233" actId="14100"/>
          <ac:spMkLst>
            <pc:docMk/>
            <pc:sldMk cId="0" sldId="256"/>
            <ac:spMk id="26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1:40.994" v="199" actId="1076"/>
          <ac:spMkLst>
            <pc:docMk/>
            <pc:sldMk cId="0" sldId="256"/>
            <ac:spMk id="28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1:40.994" v="199" actId="1076"/>
          <ac:spMkLst>
            <pc:docMk/>
            <pc:sldMk cId="0" sldId="256"/>
            <ac:spMk id="29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5:56:12.695" v="236" actId="14100"/>
          <ac:spMkLst>
            <pc:docMk/>
            <pc:sldMk cId="0" sldId="256"/>
            <ac:spMk id="30" creationId="{00000000-0000-0000-0000-000000000000}"/>
          </ac:spMkLst>
        </pc:spChg>
        <pc:spChg chg="del">
          <ac:chgData name="Karthik Manu" userId="fae3e3e5-a375-4065-b1a2-f3a0ff42a5d3" providerId="ADAL" clId="{C0DBF570-7C0D-4586-8DFC-39E05195ECFC}" dt="2026-05-25T15:19:34.623" v="6" actId="478"/>
          <ac:spMkLst>
            <pc:docMk/>
            <pc:sldMk cId="0" sldId="256"/>
            <ac:spMk id="31" creationId="{00000000-0000-0000-0000-000000000000}"/>
          </ac:spMkLst>
        </pc:spChg>
        <pc:picChg chg="del">
          <ac:chgData name="Karthik Manu" userId="fae3e3e5-a375-4065-b1a2-f3a0ff42a5d3" providerId="ADAL" clId="{C0DBF570-7C0D-4586-8DFC-39E05195ECFC}" dt="2026-05-25T15:19:41.960" v="7" actId="478"/>
          <ac:picMkLst>
            <pc:docMk/>
            <pc:sldMk cId="0" sldId="256"/>
            <ac:picMk id="2" creationId="{00000000-0000-0000-0000-000000000000}"/>
          </ac:picMkLst>
        </pc:picChg>
        <pc:picChg chg="del">
          <ac:chgData name="Karthik Manu" userId="fae3e3e5-a375-4065-b1a2-f3a0ff42a5d3" providerId="ADAL" clId="{C0DBF570-7C0D-4586-8DFC-39E05195ECFC}" dt="2026-05-25T15:19:08.729" v="0" actId="478"/>
          <ac:picMkLst>
            <pc:docMk/>
            <pc:sldMk cId="0" sldId="256"/>
            <ac:picMk id="7" creationId="{00000000-0000-0000-0000-000000000000}"/>
          </ac:picMkLst>
        </pc:picChg>
        <pc:picChg chg="del">
          <ac:chgData name="Karthik Manu" userId="fae3e3e5-a375-4065-b1a2-f3a0ff42a5d3" providerId="ADAL" clId="{C0DBF570-7C0D-4586-8DFC-39E05195ECFC}" dt="2026-05-25T15:19:10.585" v="1" actId="478"/>
          <ac:picMkLst>
            <pc:docMk/>
            <pc:sldMk cId="0" sldId="256"/>
            <ac:picMk id="12" creationId="{00000000-0000-0000-0000-000000000000}"/>
          </ac:picMkLst>
        </pc:picChg>
        <pc:picChg chg="del">
          <ac:chgData name="Karthik Manu" userId="fae3e3e5-a375-4065-b1a2-f3a0ff42a5d3" providerId="ADAL" clId="{C0DBF570-7C0D-4586-8DFC-39E05195ECFC}" dt="2026-05-25T15:19:12.397" v="2" actId="478"/>
          <ac:picMkLst>
            <pc:docMk/>
            <pc:sldMk cId="0" sldId="256"/>
            <ac:picMk id="17" creationId="{00000000-0000-0000-0000-000000000000}"/>
          </ac:picMkLst>
        </pc:picChg>
        <pc:picChg chg="del">
          <ac:chgData name="Karthik Manu" userId="fae3e3e5-a375-4065-b1a2-f3a0ff42a5d3" providerId="ADAL" clId="{C0DBF570-7C0D-4586-8DFC-39E05195ECFC}" dt="2026-05-25T15:19:14.320" v="3" actId="478"/>
          <ac:picMkLst>
            <pc:docMk/>
            <pc:sldMk cId="0" sldId="256"/>
            <ac:picMk id="22" creationId="{00000000-0000-0000-0000-000000000000}"/>
          </ac:picMkLst>
        </pc:picChg>
        <pc:picChg chg="del">
          <ac:chgData name="Karthik Manu" userId="fae3e3e5-a375-4065-b1a2-f3a0ff42a5d3" providerId="ADAL" clId="{C0DBF570-7C0D-4586-8DFC-39E05195ECFC}" dt="2026-05-25T15:19:16.236" v="4" actId="478"/>
          <ac:picMkLst>
            <pc:docMk/>
            <pc:sldMk cId="0" sldId="256"/>
            <ac:picMk id="27" creationId="{00000000-0000-0000-0000-000000000000}"/>
          </ac:picMkLst>
        </pc:picChg>
        <pc:picChg chg="add del mod">
          <ac:chgData name="Karthik Manu" userId="fae3e3e5-a375-4065-b1a2-f3a0ff42a5d3" providerId="ADAL" clId="{C0DBF570-7C0D-4586-8DFC-39E05195ECFC}" dt="2026-05-25T15:37:01.095" v="138" actId="478"/>
          <ac:picMkLst>
            <pc:docMk/>
            <pc:sldMk cId="0" sldId="256"/>
            <ac:picMk id="33" creationId="{DA5B755E-71E6-AF7D-312C-FA06F25D9B26}"/>
          </ac:picMkLst>
        </pc:picChg>
        <pc:picChg chg="add del mod">
          <ac:chgData name="Karthik Manu" userId="fae3e3e5-a375-4065-b1a2-f3a0ff42a5d3" providerId="ADAL" clId="{C0DBF570-7C0D-4586-8DFC-39E05195ECFC}" dt="2026-05-25T15:45:33.480" v="154" actId="478"/>
          <ac:picMkLst>
            <pc:docMk/>
            <pc:sldMk cId="0" sldId="256"/>
            <ac:picMk id="35" creationId="{3354009C-88C0-8464-E7EC-CBB07611F587}"/>
          </ac:picMkLst>
        </pc:picChg>
        <pc:picChg chg="add del mod modCrop">
          <ac:chgData name="Karthik Manu" userId="fae3e3e5-a375-4065-b1a2-f3a0ff42a5d3" providerId="ADAL" clId="{C0DBF570-7C0D-4586-8DFC-39E05195ECFC}" dt="2026-05-25T15:47:18.335" v="165" actId="478"/>
          <ac:picMkLst>
            <pc:docMk/>
            <pc:sldMk cId="0" sldId="256"/>
            <ac:picMk id="37" creationId="{45F85648-47BA-96CD-EEFD-8C050D98D7E3}"/>
          </ac:picMkLst>
        </pc:picChg>
        <pc:picChg chg="add del mod">
          <ac:chgData name="Karthik Manu" userId="fae3e3e5-a375-4065-b1a2-f3a0ff42a5d3" providerId="ADAL" clId="{C0DBF570-7C0D-4586-8DFC-39E05195ECFC}" dt="2026-05-25T15:50:19.910" v="188" actId="478"/>
          <ac:picMkLst>
            <pc:docMk/>
            <pc:sldMk cId="0" sldId="256"/>
            <ac:picMk id="39" creationId="{ECF83B62-ADDC-6808-A9FB-9B7E1A8EFC35}"/>
          </ac:picMkLst>
        </pc:picChg>
        <pc:picChg chg="add mod modCrop">
          <ac:chgData name="Karthik Manu" userId="fae3e3e5-a375-4065-b1a2-f3a0ff42a5d3" providerId="ADAL" clId="{C0DBF570-7C0D-4586-8DFC-39E05195ECFC}" dt="2026-05-25T15:55:17.652" v="231" actId="14100"/>
          <ac:picMkLst>
            <pc:docMk/>
            <pc:sldMk cId="0" sldId="256"/>
            <ac:picMk id="41" creationId="{B5A87926-F985-210C-C3AB-D5B6E3B1D379}"/>
          </ac:picMkLst>
        </pc:picChg>
      </pc:sldChg>
      <pc:sldChg chg="addSp delSp modSp mod chgLayout">
        <pc:chgData name="Karthik Manu" userId="fae3e3e5-a375-4065-b1a2-f3a0ff42a5d3" providerId="ADAL" clId="{C0DBF570-7C0D-4586-8DFC-39E05195ECFC}" dt="2026-05-25T16:21:39.730" v="736" actId="115"/>
        <pc:sldMkLst>
          <pc:docMk/>
          <pc:sldMk cId="0" sldId="257"/>
        </pc:sldMkLst>
        <pc:spChg chg="del">
          <ac:chgData name="Karthik Manu" userId="fae3e3e5-a375-4065-b1a2-f3a0ff42a5d3" providerId="ADAL" clId="{C0DBF570-7C0D-4586-8DFC-39E05195ECFC}" dt="2026-05-25T15:56:36.525" v="238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Karthik Manu" userId="fae3e3e5-a375-4065-b1a2-f3a0ff42a5d3" providerId="ADAL" clId="{C0DBF570-7C0D-4586-8DFC-39E05195ECFC}" dt="2026-05-25T15:56:36.525" v="238" actId="478"/>
          <ac:spMkLst>
            <pc:docMk/>
            <pc:sldMk cId="0" sldId="257"/>
            <ac:spMk id="4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21:14.070" v="732" actId="14100"/>
          <ac:spMkLst>
            <pc:docMk/>
            <pc:sldMk cId="0" sldId="257"/>
            <ac:spMk id="5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9:44.420" v="719" actId="207"/>
          <ac:spMkLst>
            <pc:docMk/>
            <pc:sldMk cId="0" sldId="257"/>
            <ac:spMk id="6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2:22.688" v="573" actId="14100"/>
          <ac:spMkLst>
            <pc:docMk/>
            <pc:sldMk cId="0" sldId="257"/>
            <ac:spMk id="7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21:37.171" v="735" actId="115"/>
          <ac:spMkLst>
            <pc:docMk/>
            <pc:sldMk cId="0" sldId="257"/>
            <ac:spMk id="8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2:31.609" v="575" actId="14100"/>
          <ac:spMkLst>
            <pc:docMk/>
            <pc:sldMk cId="0" sldId="257"/>
            <ac:spMk id="9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2:30.893" v="357" actId="478"/>
          <ac:spMkLst>
            <pc:docMk/>
            <pc:sldMk cId="0" sldId="257"/>
            <ac:spMk id="10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3:39.042" v="383" actId="478"/>
          <ac:spMkLst>
            <pc:docMk/>
            <pc:sldMk cId="0" sldId="257"/>
            <ac:spMk id="11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5:03.526" v="391" actId="478"/>
          <ac:spMkLst>
            <pc:docMk/>
            <pc:sldMk cId="0" sldId="257"/>
            <ac:spMk id="12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3:44.216" v="385" actId="478"/>
          <ac:spMkLst>
            <pc:docMk/>
            <pc:sldMk cId="0" sldId="257"/>
            <ac:spMk id="13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5:08.143" v="393" actId="478"/>
          <ac:spMkLst>
            <pc:docMk/>
            <pc:sldMk cId="0" sldId="257"/>
            <ac:spMk id="14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5:06.422" v="392" actId="47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20:29.158" v="722" actId="14100"/>
          <ac:spMkLst>
            <pc:docMk/>
            <pc:sldMk cId="0" sldId="257"/>
            <ac:spMk id="16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5:26.406" v="612" actId="1076"/>
          <ac:spMkLst>
            <pc:docMk/>
            <pc:sldMk cId="0" sldId="257"/>
            <ac:spMk id="17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21:34.145" v="734" actId="115"/>
          <ac:spMkLst>
            <pc:docMk/>
            <pc:sldMk cId="0" sldId="257"/>
            <ac:spMk id="18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5:12.265" v="607" actId="1076"/>
          <ac:spMkLst>
            <pc:docMk/>
            <pc:sldMk cId="0" sldId="257"/>
            <ac:spMk id="19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7:07.608" v="430" actId="478"/>
          <ac:spMkLst>
            <pc:docMk/>
            <pc:sldMk cId="0" sldId="257"/>
            <ac:spMk id="20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7:07.608" v="430" actId="478"/>
          <ac:spMkLst>
            <pc:docMk/>
            <pc:sldMk cId="0" sldId="257"/>
            <ac:spMk id="21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7:07.608" v="430" actId="478"/>
          <ac:spMkLst>
            <pc:docMk/>
            <pc:sldMk cId="0" sldId="257"/>
            <ac:spMk id="22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7:07.608" v="430" actId="478"/>
          <ac:spMkLst>
            <pc:docMk/>
            <pc:sldMk cId="0" sldId="257"/>
            <ac:spMk id="23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7:07.608" v="430" actId="478"/>
          <ac:spMkLst>
            <pc:docMk/>
            <pc:sldMk cId="0" sldId="257"/>
            <ac:spMk id="24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7:07.608" v="430" actId="478"/>
          <ac:spMkLst>
            <pc:docMk/>
            <pc:sldMk cId="0" sldId="257"/>
            <ac:spMk id="25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9:39.617" v="718" actId="207"/>
          <ac:spMkLst>
            <pc:docMk/>
            <pc:sldMk cId="0" sldId="257"/>
            <ac:spMk id="26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3:17.500" v="579" actId="1076"/>
          <ac:spMkLst>
            <pc:docMk/>
            <pc:sldMk cId="0" sldId="257"/>
            <ac:spMk id="27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21:39.730" v="736" actId="115"/>
          <ac:spMkLst>
            <pc:docMk/>
            <pc:sldMk cId="0" sldId="257"/>
            <ac:spMk id="28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2:22.688" v="573" actId="14100"/>
          <ac:spMkLst>
            <pc:docMk/>
            <pc:sldMk cId="0" sldId="257"/>
            <ac:spMk id="29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9:50.265" v="532" actId="478"/>
          <ac:spMkLst>
            <pc:docMk/>
            <pc:sldMk cId="0" sldId="257"/>
            <ac:spMk id="30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9:50.265" v="532" actId="478"/>
          <ac:spMkLst>
            <pc:docMk/>
            <pc:sldMk cId="0" sldId="257"/>
            <ac:spMk id="31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9:50.265" v="532" actId="478"/>
          <ac:spMkLst>
            <pc:docMk/>
            <pc:sldMk cId="0" sldId="257"/>
            <ac:spMk id="32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9:50.265" v="532" actId="478"/>
          <ac:spMkLst>
            <pc:docMk/>
            <pc:sldMk cId="0" sldId="257"/>
            <ac:spMk id="33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9:50.265" v="532" actId="478"/>
          <ac:spMkLst>
            <pc:docMk/>
            <pc:sldMk cId="0" sldId="257"/>
            <ac:spMk id="34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09:50.265" v="532" actId="478"/>
          <ac:spMkLst>
            <pc:docMk/>
            <pc:sldMk cId="0" sldId="257"/>
            <ac:spMk id="35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9:32.077" v="717" actId="207"/>
          <ac:spMkLst>
            <pc:docMk/>
            <pc:sldMk cId="0" sldId="257"/>
            <ac:spMk id="36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4:06.508" v="588" actId="207"/>
          <ac:spMkLst>
            <pc:docMk/>
            <pc:sldMk cId="0" sldId="257"/>
            <ac:spMk id="37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21:31.008" v="733" actId="115"/>
          <ac:spMkLst>
            <pc:docMk/>
            <pc:sldMk cId="0" sldId="257"/>
            <ac:spMk id="38" creationId="{00000000-0000-0000-0000-000000000000}"/>
          </ac:spMkLst>
        </pc:spChg>
        <pc:spChg chg="mod">
          <ac:chgData name="Karthik Manu" userId="fae3e3e5-a375-4065-b1a2-f3a0ff42a5d3" providerId="ADAL" clId="{C0DBF570-7C0D-4586-8DFC-39E05195ECFC}" dt="2026-05-25T16:19:02.982" v="716" actId="6549"/>
          <ac:spMkLst>
            <pc:docMk/>
            <pc:sldMk cId="0" sldId="257"/>
            <ac:spMk id="39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17:39.076" v="676" actId="478"/>
          <ac:spMkLst>
            <pc:docMk/>
            <pc:sldMk cId="0" sldId="257"/>
            <ac:spMk id="40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17:39.076" v="676" actId="478"/>
          <ac:spMkLst>
            <pc:docMk/>
            <pc:sldMk cId="0" sldId="257"/>
            <ac:spMk id="41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17:39.076" v="676" actId="478"/>
          <ac:spMkLst>
            <pc:docMk/>
            <pc:sldMk cId="0" sldId="257"/>
            <ac:spMk id="42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17:39.076" v="676" actId="478"/>
          <ac:spMkLst>
            <pc:docMk/>
            <pc:sldMk cId="0" sldId="257"/>
            <ac:spMk id="43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17:39.076" v="676" actId="478"/>
          <ac:spMkLst>
            <pc:docMk/>
            <pc:sldMk cId="0" sldId="257"/>
            <ac:spMk id="44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6:17:39.076" v="676" actId="478"/>
          <ac:spMkLst>
            <pc:docMk/>
            <pc:sldMk cId="0" sldId="257"/>
            <ac:spMk id="45" creationId="{00000000-0000-0000-0000-000000000000}"/>
          </ac:spMkLst>
        </pc:spChg>
        <pc:spChg chg="del mod">
          <ac:chgData name="Karthik Manu" userId="fae3e3e5-a375-4065-b1a2-f3a0ff42a5d3" providerId="ADAL" clId="{C0DBF570-7C0D-4586-8DFC-39E05195ECFC}" dt="2026-05-25T15:57:20.988" v="288" actId="478"/>
          <ac:spMkLst>
            <pc:docMk/>
            <pc:sldMk cId="0" sldId="257"/>
            <ac:spMk id="46" creationId="{00000000-0000-0000-0000-000000000000}"/>
          </ac:spMkLst>
        </pc:spChg>
        <pc:spChg chg="add mod">
          <ac:chgData name="Karthik Manu" userId="fae3e3e5-a375-4065-b1a2-f3a0ff42a5d3" providerId="ADAL" clId="{C0DBF570-7C0D-4586-8DFC-39E05195ECFC}" dt="2026-05-25T16:20:12.699" v="720" actId="207"/>
          <ac:spMkLst>
            <pc:docMk/>
            <pc:sldMk cId="0" sldId="257"/>
            <ac:spMk id="47" creationId="{7B087CF6-E2E6-3E1E-9566-D0F977B7D8A5}"/>
          </ac:spMkLst>
        </pc:spChg>
        <pc:spChg chg="add mod">
          <ac:chgData name="Karthik Manu" userId="fae3e3e5-a375-4065-b1a2-f3a0ff42a5d3" providerId="ADAL" clId="{C0DBF570-7C0D-4586-8DFC-39E05195ECFC}" dt="2026-05-25T16:20:12.699" v="720" actId="207"/>
          <ac:spMkLst>
            <pc:docMk/>
            <pc:sldMk cId="0" sldId="257"/>
            <ac:spMk id="48" creationId="{C58983FC-BBFC-BF24-FA06-9D1ABB83ADF3}"/>
          </ac:spMkLst>
        </pc:spChg>
        <pc:spChg chg="add mod">
          <ac:chgData name="Karthik Manu" userId="fae3e3e5-a375-4065-b1a2-f3a0ff42a5d3" providerId="ADAL" clId="{C0DBF570-7C0D-4586-8DFC-39E05195ECFC}" dt="2026-05-25T16:20:12.699" v="720" actId="207"/>
          <ac:spMkLst>
            <pc:docMk/>
            <pc:sldMk cId="0" sldId="257"/>
            <ac:spMk id="49" creationId="{F57B036A-EDD9-9008-3B7C-86D983B48E03}"/>
          </ac:spMkLst>
        </pc:spChg>
        <pc:spChg chg="add mod">
          <ac:chgData name="Karthik Manu" userId="fae3e3e5-a375-4065-b1a2-f3a0ff42a5d3" providerId="ADAL" clId="{C0DBF570-7C0D-4586-8DFC-39E05195ECFC}" dt="2026-05-25T16:20:41.153" v="724" actId="207"/>
          <ac:spMkLst>
            <pc:docMk/>
            <pc:sldMk cId="0" sldId="257"/>
            <ac:spMk id="50" creationId="{F8ED652D-0CC9-464E-4152-75C903E0D8EE}"/>
          </ac:spMkLst>
        </pc:spChg>
        <pc:spChg chg="add mod">
          <ac:chgData name="Karthik Manu" userId="fae3e3e5-a375-4065-b1a2-f3a0ff42a5d3" providerId="ADAL" clId="{C0DBF570-7C0D-4586-8DFC-39E05195ECFC}" dt="2026-05-25T16:20:41.153" v="724" actId="207"/>
          <ac:spMkLst>
            <pc:docMk/>
            <pc:sldMk cId="0" sldId="257"/>
            <ac:spMk id="51" creationId="{45B7CCBC-DED7-1CF0-33D0-1A0E4A5194B2}"/>
          </ac:spMkLst>
        </pc:spChg>
        <pc:spChg chg="add mod">
          <ac:chgData name="Karthik Manu" userId="fae3e3e5-a375-4065-b1a2-f3a0ff42a5d3" providerId="ADAL" clId="{C0DBF570-7C0D-4586-8DFC-39E05195ECFC}" dt="2026-05-25T16:20:41.153" v="724" actId="207"/>
          <ac:spMkLst>
            <pc:docMk/>
            <pc:sldMk cId="0" sldId="257"/>
            <ac:spMk id="52" creationId="{6804C691-4955-858F-806B-A8D6B27B47E2}"/>
          </ac:spMkLst>
        </pc:spChg>
        <pc:spChg chg="add mod">
          <ac:chgData name="Karthik Manu" userId="fae3e3e5-a375-4065-b1a2-f3a0ff42a5d3" providerId="ADAL" clId="{C0DBF570-7C0D-4586-8DFC-39E05195ECFC}" dt="2026-05-25T16:09:01.931" v="481"/>
          <ac:spMkLst>
            <pc:docMk/>
            <pc:sldMk cId="0" sldId="257"/>
            <ac:spMk id="53" creationId="{A077FF64-E8B9-1BC9-AADD-BB886CEE80B2}"/>
          </ac:spMkLst>
        </pc:spChg>
        <pc:spChg chg="add mod">
          <ac:chgData name="Karthik Manu" userId="fae3e3e5-a375-4065-b1a2-f3a0ff42a5d3" providerId="ADAL" clId="{C0DBF570-7C0D-4586-8DFC-39E05195ECFC}" dt="2026-05-25T16:09:01.931" v="481"/>
          <ac:spMkLst>
            <pc:docMk/>
            <pc:sldMk cId="0" sldId="257"/>
            <ac:spMk id="54" creationId="{3063C66C-A376-FAE7-21C3-0863BFBD0014}"/>
          </ac:spMkLst>
        </pc:spChg>
        <pc:spChg chg="add mod">
          <ac:chgData name="Karthik Manu" userId="fae3e3e5-a375-4065-b1a2-f3a0ff42a5d3" providerId="ADAL" clId="{C0DBF570-7C0D-4586-8DFC-39E05195ECFC}" dt="2026-05-25T16:09:01.931" v="481"/>
          <ac:spMkLst>
            <pc:docMk/>
            <pc:sldMk cId="0" sldId="257"/>
            <ac:spMk id="55" creationId="{820F7F70-D5EE-6349-D407-027978C2EF6A}"/>
          </ac:spMkLst>
        </pc:spChg>
        <pc:spChg chg="add mod">
          <ac:chgData name="Karthik Manu" userId="fae3e3e5-a375-4065-b1a2-f3a0ff42a5d3" providerId="ADAL" clId="{C0DBF570-7C0D-4586-8DFC-39E05195ECFC}" dt="2026-05-25T16:21:00.104" v="726" actId="207"/>
          <ac:spMkLst>
            <pc:docMk/>
            <pc:sldMk cId="0" sldId="257"/>
            <ac:spMk id="56" creationId="{88DDDAC0-4072-228E-C9E5-49115CEAEC26}"/>
          </ac:spMkLst>
        </pc:spChg>
        <pc:spChg chg="add mod">
          <ac:chgData name="Karthik Manu" userId="fae3e3e5-a375-4065-b1a2-f3a0ff42a5d3" providerId="ADAL" clId="{C0DBF570-7C0D-4586-8DFC-39E05195ECFC}" dt="2026-05-25T16:21:00.104" v="726" actId="207"/>
          <ac:spMkLst>
            <pc:docMk/>
            <pc:sldMk cId="0" sldId="257"/>
            <ac:spMk id="57" creationId="{35AD1E21-29E5-79A1-0B3B-43366AE72589}"/>
          </ac:spMkLst>
        </pc:spChg>
        <pc:spChg chg="add mod">
          <ac:chgData name="Karthik Manu" userId="fae3e3e5-a375-4065-b1a2-f3a0ff42a5d3" providerId="ADAL" clId="{C0DBF570-7C0D-4586-8DFC-39E05195ECFC}" dt="2026-05-25T16:21:00.104" v="726" actId="207"/>
          <ac:spMkLst>
            <pc:docMk/>
            <pc:sldMk cId="0" sldId="257"/>
            <ac:spMk id="58" creationId="{12AEBFB5-88E0-C2F6-5BFE-C669B458EAD3}"/>
          </ac:spMkLst>
        </pc:spChg>
        <pc:spChg chg="add mod">
          <ac:chgData name="Karthik Manu" userId="fae3e3e5-a375-4065-b1a2-f3a0ff42a5d3" providerId="ADAL" clId="{C0DBF570-7C0D-4586-8DFC-39E05195ECFC}" dt="2026-05-25T16:20:51.657" v="725" actId="207"/>
          <ac:spMkLst>
            <pc:docMk/>
            <pc:sldMk cId="0" sldId="257"/>
            <ac:spMk id="59" creationId="{FB3D933C-871E-A5AE-D32C-5572981F8109}"/>
          </ac:spMkLst>
        </pc:spChg>
        <pc:spChg chg="add mod">
          <ac:chgData name="Karthik Manu" userId="fae3e3e5-a375-4065-b1a2-f3a0ff42a5d3" providerId="ADAL" clId="{C0DBF570-7C0D-4586-8DFC-39E05195ECFC}" dt="2026-05-25T16:20:51.657" v="725" actId="207"/>
          <ac:spMkLst>
            <pc:docMk/>
            <pc:sldMk cId="0" sldId="257"/>
            <ac:spMk id="60" creationId="{CDD2C147-46CC-C0BA-8FC4-8D436CFB711A}"/>
          </ac:spMkLst>
        </pc:spChg>
        <pc:spChg chg="add mod">
          <ac:chgData name="Karthik Manu" userId="fae3e3e5-a375-4065-b1a2-f3a0ff42a5d3" providerId="ADAL" clId="{C0DBF570-7C0D-4586-8DFC-39E05195ECFC}" dt="2026-05-25T16:20:51.657" v="725" actId="207"/>
          <ac:spMkLst>
            <pc:docMk/>
            <pc:sldMk cId="0" sldId="257"/>
            <ac:spMk id="61" creationId="{84E97604-AC32-B017-4311-A70FAAEA36C1}"/>
          </ac:spMkLst>
        </pc:spChg>
        <pc:picChg chg="del">
          <ac:chgData name="Karthik Manu" userId="fae3e3e5-a375-4065-b1a2-f3a0ff42a5d3" providerId="ADAL" clId="{C0DBF570-7C0D-4586-8DFC-39E05195ECFC}" dt="2026-05-25T15:56:31.781" v="237" actId="478"/>
          <ac:picMkLst>
            <pc:docMk/>
            <pc:sldMk cId="0" sldId="257"/>
            <ac:picMk id="2" creationId="{00000000-0000-0000-0000-00000000000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23307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E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3669303" y="140232"/>
            <a:ext cx="4120166" cy="3295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000" b="1" kern="0" spc="168" dirty="0">
                <a:solidFill>
                  <a:srgbClr val="C00000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RESEARCH INTERESTS</a:t>
            </a:r>
            <a:endParaRPr lang="en-US" sz="20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805187" y="27331"/>
            <a:ext cx="9144000" cy="61527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70000"/>
              </a:lnSpc>
              <a:buNone/>
            </a:pPr>
            <a:r>
              <a:rPr lang="en-US" sz="2400" b="1" kern="0" spc="243" dirty="0">
                <a:solidFill>
                  <a:srgbClr val="C00000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FIVE PILLARS</a:t>
            </a:r>
            <a:endParaRPr lang="en-US" sz="2400" b="1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605027" y="468878"/>
            <a:ext cx="16325088" cy="19032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8000" kern="0" spc="-144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What I think about most days.</a:t>
            </a:r>
            <a:r>
              <a:rPr lang="en-SE" sz="8000" kern="0" spc="-144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..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17474" y="6547315"/>
            <a:ext cx="3028268" cy="81913"/>
          </a:xfrm>
          <a:prstGeom prst="rect">
            <a:avLst/>
          </a:prstGeom>
          <a:solidFill>
            <a:srgbClr val="FF6A1A"/>
          </a:solidFill>
          <a:ln/>
        </p:spPr>
        <p:txBody>
          <a:bodyPr/>
          <a:lstStyle/>
          <a:p>
            <a:endParaRPr lang="sv-SE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617474" y="6641639"/>
            <a:ext cx="3119116" cy="2095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kern="0" spc="189" dirty="0">
                <a:solidFill>
                  <a:srgbClr val="4A4A4A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01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572050" y="7051782"/>
            <a:ext cx="3013893" cy="9298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200" kern="0" spc="-29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Continuous casting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6"/>
          <p:cNvSpPr/>
          <p:nvPr/>
        </p:nvSpPr>
        <p:spPr>
          <a:xfrm>
            <a:off x="617474" y="8195461"/>
            <a:ext cx="3119116" cy="18679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20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Mould fluid flow, solidification dynamics, oscillation-mark formation, </a:t>
            </a:r>
            <a:r>
              <a:rPr lang="en-US" sz="2000" dirty="0" err="1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mould</a:t>
            </a:r>
            <a:r>
              <a:rPr lang="en-US" sz="20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-flux </a:t>
            </a:r>
            <a:r>
              <a:rPr lang="en-US" sz="2000" dirty="0" err="1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characterisation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3873767" y="6579392"/>
            <a:ext cx="3210321" cy="45719"/>
          </a:xfrm>
          <a:prstGeom prst="rect">
            <a:avLst/>
          </a:prstGeom>
          <a:solidFill>
            <a:srgbClr val="8BA6BD"/>
          </a:solidFill>
          <a:ln w="57150">
            <a:solidFill>
              <a:srgbClr val="0070C0"/>
            </a:solidFill>
          </a:ln>
        </p:spPr>
        <p:txBody>
          <a:bodyPr/>
          <a:lstStyle/>
          <a:p>
            <a:endParaRPr lang="sv-SE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8"/>
          <p:cNvSpPr/>
          <p:nvPr/>
        </p:nvSpPr>
        <p:spPr>
          <a:xfrm>
            <a:off x="3894117" y="6651164"/>
            <a:ext cx="301389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kern="0" spc="189" dirty="0">
                <a:solidFill>
                  <a:srgbClr val="4A4A4A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02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3831439" y="7100476"/>
            <a:ext cx="3013893" cy="6489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200" kern="0" spc="-29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Pyro­metallurgy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3881053" y="8145357"/>
            <a:ext cx="3343725" cy="22069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20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High-temperature slag–metal–gas interactions, thermodynamic modelling, recovery of by-products.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1"/>
          <p:cNvSpPr/>
          <p:nvPr/>
        </p:nvSpPr>
        <p:spPr>
          <a:xfrm>
            <a:off x="7312113" y="6547315"/>
            <a:ext cx="3210321" cy="77796"/>
          </a:xfrm>
          <a:prstGeom prst="rect">
            <a:avLst/>
          </a:prstGeom>
          <a:solidFill>
            <a:srgbClr val="FFC000"/>
          </a:solidFill>
          <a:ln w="57150">
            <a:solidFill>
              <a:schemeClr val="accent4"/>
            </a:solidFill>
          </a:ln>
        </p:spPr>
        <p:txBody>
          <a:bodyPr/>
          <a:lstStyle/>
          <a:p>
            <a:endParaRPr lang="sv-SE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7476668" y="6641639"/>
            <a:ext cx="301389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kern="0" spc="189" dirty="0">
                <a:solidFill>
                  <a:srgbClr val="4A4A4A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03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3"/>
          <p:cNvSpPr/>
          <p:nvPr/>
        </p:nvSpPr>
        <p:spPr>
          <a:xfrm>
            <a:off x="7260624" y="7013114"/>
            <a:ext cx="3623125" cy="7059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200" kern="0" spc="-29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Physical modelling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7369241" y="8107048"/>
            <a:ext cx="3013893" cy="1694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20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Water and liquid-metal modelling, metrology, and industrial validation.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5"/>
          <p:cNvSpPr/>
          <p:nvPr/>
        </p:nvSpPr>
        <p:spPr>
          <a:xfrm>
            <a:off x="10750459" y="6536699"/>
            <a:ext cx="3438346" cy="92530"/>
          </a:xfrm>
          <a:prstGeom prst="rect">
            <a:avLst/>
          </a:prstGeom>
          <a:solidFill>
            <a:srgbClr val="00B050"/>
          </a:solidFill>
          <a:ln w="57150">
            <a:solidFill>
              <a:srgbClr val="00B050"/>
            </a:solidFill>
          </a:ln>
        </p:spPr>
        <p:txBody>
          <a:bodyPr/>
          <a:lstStyle/>
          <a:p>
            <a:endParaRPr lang="sv-SE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10795357" y="6641639"/>
            <a:ext cx="301389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kern="0" spc="189" dirty="0">
                <a:solidFill>
                  <a:srgbClr val="4A4A4A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04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7"/>
          <p:cNvSpPr/>
          <p:nvPr/>
        </p:nvSpPr>
        <p:spPr>
          <a:xfrm>
            <a:off x="10750459" y="7013114"/>
            <a:ext cx="3438346" cy="834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600" kern="0" spc="-29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Circular metallurgy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18"/>
          <p:cNvSpPr/>
          <p:nvPr/>
        </p:nvSpPr>
        <p:spPr>
          <a:xfrm>
            <a:off x="10739540" y="8219996"/>
            <a:ext cx="3230761" cy="1711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20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Secondary raw materials, low-carbon routes, valorisation of residues, biocarbon utilisation.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19"/>
          <p:cNvSpPr/>
          <p:nvPr/>
        </p:nvSpPr>
        <p:spPr>
          <a:xfrm>
            <a:off x="14398257" y="6578571"/>
            <a:ext cx="3391212" cy="50658"/>
          </a:xfrm>
          <a:prstGeom prst="rect">
            <a:avLst/>
          </a:prstGeom>
          <a:solidFill>
            <a:srgbClr val="8BA6BD"/>
          </a:solidFill>
          <a:ln w="57150">
            <a:solidFill>
              <a:srgbClr val="7030A0"/>
            </a:solidFill>
          </a:ln>
        </p:spPr>
        <p:txBody>
          <a:bodyPr/>
          <a:lstStyle/>
          <a:p>
            <a:endParaRPr lang="sv-SE" sz="2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0"/>
          <p:cNvSpPr/>
          <p:nvPr/>
        </p:nvSpPr>
        <p:spPr>
          <a:xfrm>
            <a:off x="14398257" y="6636701"/>
            <a:ext cx="3013893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kern="0" spc="189" dirty="0">
                <a:solidFill>
                  <a:srgbClr val="4A4A4A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05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1"/>
          <p:cNvSpPr/>
          <p:nvPr/>
        </p:nvSpPr>
        <p:spPr>
          <a:xfrm>
            <a:off x="14398257" y="6974924"/>
            <a:ext cx="3594516" cy="834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3200" kern="0" spc="-29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Automation &amp; SMART process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Text 22"/>
          <p:cNvSpPr/>
          <p:nvPr/>
        </p:nvSpPr>
        <p:spPr>
          <a:xfrm>
            <a:off x="14398257" y="8164718"/>
            <a:ext cx="3594516" cy="14829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lang="en-US" sz="20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Automation and AI for process control, data-driven </a:t>
            </a:r>
            <a:r>
              <a:rPr lang="en-SE" sz="20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product and process </a:t>
            </a:r>
            <a:r>
              <a:rPr lang="en-US" sz="20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quality prediction.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B5A87926-F985-210C-C3AB-D5B6E3B1D37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0"/>
          <a:stretch>
            <a:fillRect/>
          </a:stretch>
        </p:blipFill>
        <p:spPr>
          <a:xfrm>
            <a:off x="605027" y="1664191"/>
            <a:ext cx="17184442" cy="473915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E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348203" y="293926"/>
            <a:ext cx="16462463" cy="1183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6000" kern="0" spc="-108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Four projects, in flight.</a:t>
            </a:r>
            <a:endParaRPr lang="en-US" sz="6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3"/>
          <p:cNvSpPr/>
          <p:nvPr/>
        </p:nvSpPr>
        <p:spPr>
          <a:xfrm>
            <a:off x="347731" y="1613889"/>
            <a:ext cx="8622764" cy="3953985"/>
          </a:xfrm>
          <a:prstGeom prst="roundRect">
            <a:avLst>
              <a:gd name="adj" fmla="val 231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A8BCCF"/>
            </a:solidFill>
            <a:prstDash val="solid"/>
          </a:ln>
        </p:spPr>
        <p:txBody>
          <a:bodyPr/>
          <a:lstStyle/>
          <a:p>
            <a:endParaRPr lang="sv-SE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51619" y="1582476"/>
            <a:ext cx="3788695" cy="551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kern="0" spc="45" dirty="0">
                <a:solidFill>
                  <a:srgbClr val="C00000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202</a:t>
            </a:r>
            <a:r>
              <a:rPr lang="en-SE" sz="2400" kern="0" spc="45" dirty="0">
                <a:solidFill>
                  <a:srgbClr val="C00000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5</a:t>
            </a:r>
            <a:r>
              <a:rPr lang="en-US" sz="2400" kern="0" spc="45" dirty="0">
                <a:solidFill>
                  <a:srgbClr val="C00000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 — Ongoing</a:t>
            </a:r>
            <a:endParaRPr lang="en-US" sz="24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00258" y="2148295"/>
            <a:ext cx="8420311" cy="8890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200" u="sng" kern="0" spc="-27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CC diagnostics across industrial &amp; experimental scales</a:t>
            </a:r>
            <a:endParaRPr 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00259" y="2702528"/>
            <a:ext cx="8470236" cy="18397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4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A critical review of measurement techniques in continuous casting</a:t>
            </a:r>
            <a:r>
              <a:rPr lang="en-SE" sz="24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 – </a:t>
            </a:r>
            <a:r>
              <a:rPr lang="en-US" sz="24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industrial sensors, pilot casters, water and liquid-metal models</a:t>
            </a:r>
            <a:r>
              <a:rPr lang="en-SE" sz="24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,</a:t>
            </a:r>
            <a:r>
              <a:rPr lang="en-US" sz="24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 with emphasis on EMS as both flow control and measurement disturbance.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/>
          <p:cNvSpPr/>
          <p:nvPr/>
        </p:nvSpPr>
        <p:spPr>
          <a:xfrm>
            <a:off x="9317507" y="1613890"/>
            <a:ext cx="8725794" cy="3953984"/>
          </a:xfrm>
          <a:prstGeom prst="roundRect">
            <a:avLst>
              <a:gd name="adj" fmla="val 231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A8BCCF"/>
            </a:solidFill>
            <a:prstDash val="solid"/>
          </a:ln>
        </p:spPr>
        <p:txBody>
          <a:bodyPr/>
          <a:lstStyle/>
          <a:p>
            <a:endParaRPr lang="sv-SE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9646840" y="1595813"/>
            <a:ext cx="2934145" cy="465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kern="0" spc="45" dirty="0">
                <a:solidFill>
                  <a:srgbClr val="C00000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2024 — Ongoing</a:t>
            </a:r>
            <a:endParaRPr lang="en-US" sz="24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9626561" y="2179509"/>
            <a:ext cx="7750301" cy="5398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2800" u="sng" kern="0" spc="-27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Swerim CCS — full-scale physical caster</a:t>
            </a:r>
            <a:endParaRPr lang="en-US" sz="28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626561" y="2800973"/>
            <a:ext cx="8342187" cy="14644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4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Bi–Sn full-scale physical model of a continuous caster. Stopper rod, SEN, mould, oil-slag surrogate. Used to study multiphase flow under EMS and EMBr.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Shape 23"/>
          <p:cNvSpPr/>
          <p:nvPr/>
        </p:nvSpPr>
        <p:spPr>
          <a:xfrm>
            <a:off x="347731" y="5754318"/>
            <a:ext cx="8622763" cy="4162414"/>
          </a:xfrm>
          <a:prstGeom prst="roundRect">
            <a:avLst>
              <a:gd name="adj" fmla="val 2623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A8BCCF"/>
            </a:solidFill>
            <a:prstDash val="solid"/>
          </a:ln>
        </p:spPr>
        <p:txBody>
          <a:bodyPr/>
          <a:lstStyle/>
          <a:p>
            <a:endParaRPr lang="sv-SE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4"/>
          <p:cNvSpPr/>
          <p:nvPr/>
        </p:nvSpPr>
        <p:spPr>
          <a:xfrm>
            <a:off x="528058" y="5818603"/>
            <a:ext cx="5122879" cy="2303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kern="0" spc="45" dirty="0">
                <a:solidFill>
                  <a:srgbClr val="C00000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CROSSCUT · 2025 — Ongoing</a:t>
            </a:r>
            <a:endParaRPr lang="en-US" sz="24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500258" y="6457711"/>
            <a:ext cx="8283134" cy="728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200" u="sng" kern="0" spc="-27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Bio-based agglomeration for iron &amp; steel</a:t>
            </a:r>
            <a:endParaRPr 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528058" y="7058201"/>
            <a:ext cx="7993255" cy="8765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4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Bio-derived binders for pelletisation and briquetting of iron-bearing fines. Reduction kinetics, mechanical properties, fossil-coke displacement.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Shape 33"/>
          <p:cNvSpPr/>
          <p:nvPr/>
        </p:nvSpPr>
        <p:spPr>
          <a:xfrm>
            <a:off x="9317507" y="5754317"/>
            <a:ext cx="8725794" cy="4162414"/>
          </a:xfrm>
          <a:prstGeom prst="roundRect">
            <a:avLst>
              <a:gd name="adj" fmla="val 2623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A8BCCF"/>
            </a:solidFill>
            <a:prstDash val="solid"/>
          </a:ln>
        </p:spPr>
        <p:txBody>
          <a:bodyPr/>
          <a:lstStyle/>
          <a:p>
            <a:endParaRPr lang="sv-SE" sz="2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9646840" y="5792128"/>
            <a:ext cx="4544004" cy="3528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kern="0" spc="45" dirty="0">
                <a:solidFill>
                  <a:srgbClr val="C00000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SmartSlag · 2026 — Ongoing</a:t>
            </a:r>
            <a:endParaRPr lang="en-US" sz="24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Text 35"/>
          <p:cNvSpPr/>
          <p:nvPr/>
        </p:nvSpPr>
        <p:spPr>
          <a:xfrm>
            <a:off x="9626561" y="6405719"/>
            <a:ext cx="7902415" cy="728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200" u="sng" kern="0" spc="-27" dirty="0">
                <a:solidFill>
                  <a:srgbClr val="0A0A0A"/>
                </a:solidFill>
                <a:latin typeface="Times New Roman" panose="02020603050405020304" pitchFamily="18" charset="0"/>
                <a:ea typeface="Source Serif 4" pitchFamily="34" charset="-122"/>
                <a:cs typeface="Times New Roman" panose="02020603050405020304" pitchFamily="18" charset="0"/>
              </a:rPr>
              <a:t>Sustainable ferrochrome &amp; circular processing</a:t>
            </a:r>
            <a:endParaRPr lang="en-US" sz="3200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9626561" y="7057469"/>
            <a:ext cx="8551008" cy="10500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28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Process-route work on ferrochrome and secondary streams </a:t>
            </a:r>
            <a:r>
              <a:rPr lang="en-SE" sz="28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– </a:t>
            </a:r>
            <a:r>
              <a:rPr lang="en-US" sz="2800" dirty="0">
                <a:solidFill>
                  <a:srgbClr val="1F1F1F"/>
                </a:solidFill>
                <a:latin typeface="Times New Roman" panose="02020603050405020304" pitchFamily="18" charset="0"/>
                <a:ea typeface="JetBrains Mono" pitchFamily="34" charset="-122"/>
                <a:cs typeface="Times New Roman" panose="02020603050405020304" pitchFamily="18" charset="0"/>
              </a:rPr>
              <a:t>slag valorisation and circular-economy integration.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7B087CF6-E2E6-3E1E-9566-D0F977B7D8A5}"/>
              </a:ext>
            </a:extLst>
          </p:cNvPr>
          <p:cNvSpPr/>
          <p:nvPr/>
        </p:nvSpPr>
        <p:spPr>
          <a:xfrm>
            <a:off x="1998865" y="5044331"/>
            <a:ext cx="1620570" cy="30221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58983FC-BBFC-BF24-FA06-9D1ABB83ADF3}"/>
              </a:ext>
            </a:extLst>
          </p:cNvPr>
          <p:cNvSpPr/>
          <p:nvPr/>
        </p:nvSpPr>
        <p:spPr>
          <a:xfrm>
            <a:off x="5152493" y="5044331"/>
            <a:ext cx="2657025" cy="33626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EMS/EMBr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57B036A-EDD9-9008-3B7C-86D983B48E03}"/>
              </a:ext>
            </a:extLst>
          </p:cNvPr>
          <p:cNvSpPr/>
          <p:nvPr/>
        </p:nvSpPr>
        <p:spPr>
          <a:xfrm>
            <a:off x="3887830" y="5030313"/>
            <a:ext cx="1013090" cy="33626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CC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F8ED652D-0CC9-464E-4152-75C903E0D8EE}"/>
              </a:ext>
            </a:extLst>
          </p:cNvPr>
          <p:cNvSpPr/>
          <p:nvPr/>
        </p:nvSpPr>
        <p:spPr>
          <a:xfrm>
            <a:off x="9769066" y="4780296"/>
            <a:ext cx="2264444" cy="398084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model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45B7CCBC-DED7-1CF0-33D0-1A0E4A5194B2}"/>
              </a:ext>
            </a:extLst>
          </p:cNvPr>
          <p:cNvSpPr/>
          <p:nvPr/>
        </p:nvSpPr>
        <p:spPr>
          <a:xfrm>
            <a:off x="12416575" y="4780296"/>
            <a:ext cx="2555427" cy="398084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EMS/EMBr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6804C691-4955-858F-806B-A8D6B27B47E2}"/>
              </a:ext>
            </a:extLst>
          </p:cNvPr>
          <p:cNvSpPr/>
          <p:nvPr/>
        </p:nvSpPr>
        <p:spPr>
          <a:xfrm>
            <a:off x="15319015" y="4771130"/>
            <a:ext cx="2295992" cy="412102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Multiphase flow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8DDDAC0-4072-228E-C9E5-49115CEAEC26}"/>
              </a:ext>
            </a:extLst>
          </p:cNvPr>
          <p:cNvSpPr/>
          <p:nvPr/>
        </p:nvSpPr>
        <p:spPr>
          <a:xfrm>
            <a:off x="687569" y="9125222"/>
            <a:ext cx="2247038" cy="45666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Agglomeration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35AD1E21-29E5-79A1-0B3B-43366AE72589}"/>
              </a:ext>
            </a:extLst>
          </p:cNvPr>
          <p:cNvSpPr/>
          <p:nvPr/>
        </p:nvSpPr>
        <p:spPr>
          <a:xfrm>
            <a:off x="5473903" y="9016603"/>
            <a:ext cx="2878889" cy="743953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Fossil-free production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12AEBFB5-88E0-C2F6-5BFE-C669B458EAD3}"/>
              </a:ext>
            </a:extLst>
          </p:cNvPr>
          <p:cNvSpPr/>
          <p:nvPr/>
        </p:nvSpPr>
        <p:spPr>
          <a:xfrm>
            <a:off x="3416964" y="9119323"/>
            <a:ext cx="1574582" cy="45666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Biocarbon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FB3D933C-871E-A5AE-D32C-5572981F8109}"/>
              </a:ext>
            </a:extLst>
          </p:cNvPr>
          <p:cNvSpPr/>
          <p:nvPr/>
        </p:nvSpPr>
        <p:spPr>
          <a:xfrm>
            <a:off x="9769066" y="8988265"/>
            <a:ext cx="2689692" cy="743953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Sustainable cement production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CDD2C147-46CC-C0BA-8FC4-8D436CFB711A}"/>
              </a:ext>
            </a:extLst>
          </p:cNvPr>
          <p:cNvSpPr/>
          <p:nvPr/>
        </p:nvSpPr>
        <p:spPr>
          <a:xfrm>
            <a:off x="15828243" y="9119323"/>
            <a:ext cx="1700733" cy="466410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LCA, TEA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84E97604-AC32-B017-4311-A70FAAEA36C1}"/>
              </a:ext>
            </a:extLst>
          </p:cNvPr>
          <p:cNvSpPr/>
          <p:nvPr/>
        </p:nvSpPr>
        <p:spPr>
          <a:xfrm>
            <a:off x="12760094" y="9109569"/>
            <a:ext cx="2861500" cy="466411"/>
          </a:xfrm>
          <a:prstGeom prst="roundRect">
            <a:avLst/>
          </a:prstGeom>
          <a:solidFill>
            <a:srgbClr val="92D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E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Slag valorisation</a:t>
            </a:r>
            <a:endParaRPr lang="sv-SE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10a2ce-5466-4272-b781-b10a981b9dae}" enabled="0" method="" siteId="{0c10a2ce-5466-4272-b781-b10a981b9da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62</TotalTime>
  <Words>266</Words>
  <Application>Microsoft Office PowerPoint</Application>
  <PresentationFormat>Custom</PresentationFormat>
  <Paragraphs>45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Times New Roman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Karthik Manu</cp:lastModifiedBy>
  <cp:revision>1</cp:revision>
  <dcterms:created xsi:type="dcterms:W3CDTF">2026-05-25T11:29:01Z</dcterms:created>
  <dcterms:modified xsi:type="dcterms:W3CDTF">2026-05-25T16:21:40Z</dcterms:modified>
</cp:coreProperties>
</file>